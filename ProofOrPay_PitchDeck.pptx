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PROOFORPAY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 your word. Ship or lose.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</a:rPr>
              <a:t>On-chain accountability pools on Stellar Soroban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2926080" cy="502920"/>
          </a:xfrm>
          <a:prstGeom prst="rect">
            <a:avLst/>
          </a:prstGeom>
          <a:solidFill>
            <a:srgbClr val="FFE500"/>
          </a:solidFill>
          <a:ln w="25400">
            <a:solidFill>
              <a:srgbClr val="FFE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416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pactprotocolstellar.vercel.app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BFF"/>
                </a:solidFill>
              </a:rPr>
              <a:t>◆ STELLAR TESTNET · SOROBAN · AI + PEERS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73152"/>
          </a:xfrm>
          <a:prstGeom prst="rect">
            <a:avLst/>
          </a:prstGeom>
          <a:solidFill>
            <a:srgbClr val="FF3BFF"/>
          </a:solidFill>
          <a:ln w="12700">
            <a:solidFill>
              <a:srgbClr val="FF3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3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 die in group chats. Accountability has no teeth.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Hackathons, study groups, and builder squads set goals — but nothing enforces follow-through.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 systems fail: slackers free-ride while shippers carry the team.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escrow needs trusted intermediaries and manual dispute resolution.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teams lack transparent, tamper-proof proof-of-work verification.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7315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ProofOrPay — accountability pools with real financial stakes.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lock XLM in a Soroban smart contract, submit proof URLs, and let </a:t>
            </a:r>
            <a:pPr indent="0" marL="0">
              <a:buNone/>
            </a:pPr>
            <a:r>
              <a:rPr lang="en-US" sz="1800" b="1" dirty="0">
                <a:solidFill>
                  <a:srgbClr val="FFE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peer vouching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decide who shipped. Winners keep stakes; slackers lose them.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2560320" cy="1463040"/>
          </a:xfrm>
          <a:prstGeom prst="rect">
            <a:avLst/>
          </a:prstGeom>
          <a:solidFill>
            <a:srgbClr val="161616"/>
          </a:solidFill>
          <a:ln w="38100">
            <a:solidFill>
              <a:srgbClr val="FFE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NON-CUSTODIAL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keys. Your stake. No backend holds funds.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3108960"/>
            <a:ext cx="2560320" cy="1463040"/>
          </a:xfrm>
          <a:prstGeom prst="rect">
            <a:avLst/>
          </a:prstGeom>
          <a:solidFill>
            <a:srgbClr val="161616"/>
          </a:solidFill>
          <a:ln w="38100">
            <a:solidFill>
              <a:srgbClr val="FF3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VERIFICATION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scores proofs; verdict recorded on-chain.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3108960"/>
            <a:ext cx="2560320" cy="1463040"/>
          </a:xfrm>
          <a:prstGeom prst="rect">
            <a:avLst/>
          </a:prstGeom>
          <a:solidFill>
            <a:srgbClr val="161616"/>
          </a:solidFill>
          <a:ln w="38100">
            <a:solidFill>
              <a:srgbClr val="00F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PEER VOUCHING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confirms each other before settlement.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73152"/>
          </a:xfrm>
          <a:prstGeom prst="rect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161616"/>
          </a:solidFill>
          <a:ln w="38100">
            <a:solidFill>
              <a:srgbClr val="FFE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OR JOIN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Connect a Stellar wallet. Create a pool with goal, deadline, and stake — or join existing.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51760" cy="3200400"/>
          </a:xfrm>
          <a:prstGeom prst="rect">
            <a:avLst/>
          </a:prstGeom>
          <a:solidFill>
            <a:srgbClr val="161616"/>
          </a:solidFill>
          <a:ln w="38100">
            <a:solidFill>
              <a:srgbClr val="FF3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3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PROVE &amp;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30175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Submit a link to your work. AI judge scores it on-chain. No humans, no bias.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651760" cy="3200400"/>
          </a:xfrm>
          <a:prstGeom prst="rect">
            <a:avLst/>
          </a:prstGeom>
          <a:solidFill>
            <a:srgbClr val="161616"/>
          </a:solidFill>
          <a:ln w="38100">
            <a:solidFill>
              <a:srgbClr val="00F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PEERS &amp; SETTLE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0175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Members vouch. After deadline, anyone triggers settlement — stakes flow to winners.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FEATURES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StakePool Contract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Create/join pools, stake XLM (SAC), submit proofs, settle with bonus/slash economics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09728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Reputation Ledger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On-chain wins, slashes, and leaderboard — credibility that compounds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09728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Scoring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Claude evaluates proof URLs (deployed link, commits, README, goal match) → on-chain verdict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109728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Wallet 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Freighter &amp; xBull — seamless Stellar testnet onboarding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109728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Metrics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166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Live /metrics page + health checks for production readiness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73152"/>
          </a:xfrm>
          <a:prstGeom prst="rect">
            <a:avLst/>
          </a:prstGeom>
          <a:solidFill>
            <a:srgbClr val="3B7EFF"/>
          </a:solidFill>
          <a:ln w="12700">
            <a:solidFill>
              <a:srgbClr val="3B7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B7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051560"/>
          </a:xfrm>
          <a:prstGeom prst="rect">
            <a:avLst/>
          </a:prstGeom>
          <a:solidFill>
            <a:srgbClr val="161616"/>
          </a:solidFill>
          <a:ln w="25400">
            <a:solidFill>
              <a:srgbClr val="FFE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0A0"/>
                </a:solidFill>
              </a:rPr>
              <a:t>Blockchain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Stellar Soroban (Testnet)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23360" cy="1051560"/>
          </a:xfrm>
          <a:prstGeom prst="rect">
            <a:avLst/>
          </a:prstGeom>
          <a:solidFill>
            <a:srgbClr val="161616"/>
          </a:solidFill>
          <a:ln w="25400">
            <a:solidFill>
              <a:srgbClr val="FF3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0A0"/>
                </a:solidFill>
              </a:rPr>
              <a:t>Smart Contracts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1737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3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Rust — StakePool + ReputationLedger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023360" cy="1051560"/>
          </a:xfrm>
          <a:prstGeom prst="rect">
            <a:avLst/>
          </a:prstGeom>
          <a:solidFill>
            <a:srgbClr val="161616"/>
          </a:solidFill>
          <a:ln w="25400">
            <a:solidFill>
              <a:srgbClr val="00F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0A0"/>
                </a:solidFill>
              </a:rPr>
              <a:t>Frontend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Next.js 14, TypeScript, Tailwind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606040"/>
            <a:ext cx="4023360" cy="1051560"/>
          </a:xfrm>
          <a:prstGeom prst="rect">
            <a:avLst/>
          </a:prstGeom>
          <a:solidFill>
            <a:srgbClr val="161616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0A0"/>
                </a:solidFill>
              </a:rPr>
              <a:t>AI Judge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(Anthropic) + GitHub metadata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4023360" cy="1051560"/>
          </a:xfrm>
          <a:prstGeom prst="rect">
            <a:avLst/>
          </a:prstGeom>
          <a:solidFill>
            <a:srgbClr val="161616"/>
          </a:solidFill>
          <a:ln w="25400">
            <a:solidFill>
              <a:srgbClr val="3B7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0A0"/>
                </a:solidFill>
              </a:rPr>
              <a:t>Wallets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206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7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Freighter, xBull (non-custodial)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840480"/>
            <a:ext cx="4023360" cy="1051560"/>
          </a:xfrm>
          <a:prstGeom prst="rect">
            <a:avLst/>
          </a:prstGeom>
          <a:solidFill>
            <a:srgbClr val="161616"/>
          </a:solidFill>
          <a:ln w="25400">
            <a:solidFill>
              <a:srgbClr val="FFE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0A0"/>
                </a:solidFill>
              </a:rPr>
              <a:t>CI/CD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4206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Actions — contract tests + next build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7315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Trust-minimized flow: off-chain AI, on-chain enforcement.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11680" cy="914400"/>
          </a:xfrm>
          <a:prstGeom prst="rect">
            <a:avLst/>
          </a:prstGeom>
          <a:solidFill>
            <a:srgbClr val="161616"/>
          </a:solidFill>
          <a:ln w="25400">
            <a:solidFill>
              <a:srgbClr val="FFE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Wallet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Freighter / xBull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828800"/>
            <a:ext cx="2011680" cy="914400"/>
          </a:xfrm>
          <a:prstGeom prst="rect">
            <a:avLst/>
          </a:prstGeom>
          <a:solidFill>
            <a:srgbClr val="161616"/>
          </a:solidFill>
          <a:ln w="25400">
            <a:solidFill>
              <a:srgbClr val="FF3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Next.js App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Pools UI + 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2011680" cy="914400"/>
          </a:xfrm>
          <a:prstGeom prst="rect">
            <a:avLst/>
          </a:prstGeom>
          <a:solidFill>
            <a:srgbClr val="161616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/api/score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Claude scoring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0" y="1828800"/>
            <a:ext cx="1554480" cy="914400"/>
          </a:xfrm>
          <a:prstGeom prst="rect">
            <a:avLst/>
          </a:prstGeom>
          <a:solidFill>
            <a:srgbClr val="161616"/>
          </a:solidFill>
          <a:ln w="25400">
            <a:solidFill>
              <a:srgbClr val="3B7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19659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7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On-chain key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71600" y="3200400"/>
            <a:ext cx="6400800" cy="1097280"/>
          </a:xfrm>
          <a:prstGeom prst="rect">
            <a:avLst/>
          </a:prstGeom>
          <a:solidFill>
            <a:srgbClr val="161616"/>
          </a:solidFill>
          <a:ln w="38100">
            <a:solidFill>
              <a:srgbClr val="00FF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SOROBAN SMART CONTRACTS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StakePool (pools, stakes, proofs, settlement)  ·  ReputationLedger (wins, slashes, leaderboard)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8912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FF94"/>
                </a:solidFill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73152"/>
          </a:xfrm>
          <a:prstGeom prst="rect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VALIDATION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371600"/>
          </a:xfrm>
          <a:prstGeom prst="rect">
            <a:avLst/>
          </a:prstGeom>
          <a:solidFill>
            <a:srgbClr val="161616"/>
          </a:solidFill>
          <a:ln w="38100">
            <a:solidFill>
              <a:srgbClr val="FFE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User feedback responses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4023360" cy="1371600"/>
          </a:xfrm>
          <a:prstGeom prst="rect">
            <a:avLst/>
          </a:prstGeom>
          <a:solidFill>
            <a:srgbClr val="161616"/>
          </a:solidFill>
          <a:ln w="38100">
            <a:solidFill>
              <a:srgbClr val="00FF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5544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4.8/5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5488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Avg. satisfaction rating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023360" cy="1371600"/>
          </a:xfrm>
          <a:prstGeom prst="rect">
            <a:avLst/>
          </a:prstGeom>
          <a:solidFill>
            <a:srgbClr val="161616"/>
          </a:solidFill>
          <a:ln w="38100">
            <a:solidFill>
              <a:srgbClr val="FF3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3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Testnet deployment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4023360" cy="1371600"/>
          </a:xfrm>
          <a:prstGeom prst="rect">
            <a:avLst/>
          </a:prstGeom>
          <a:solidFill>
            <a:srgbClr val="161616"/>
          </a:solidFill>
          <a:ln w="381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2004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Soroban contracts deployed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A0"/>
                </a:solidFill>
              </a:rPr>
              <a:t>Key strengths cited by users: UI design, speed, innovation, clarity, wallet integration, ease of onboarding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94"/>
                </a:solidFill>
              </a:rPr>
              <a:t>Community contribution: PR #1 merged · Open-source on GitHub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73152"/>
          </a:xfrm>
          <a:prstGeom prst="rect">
            <a:avLst/>
          </a:prstGeom>
          <a:solidFill>
            <a:srgbClr val="FF3BFF"/>
          </a:solidFill>
          <a:ln w="12700">
            <a:solidFill>
              <a:srgbClr val="FF3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3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accountability: hackathons, cohorts, indie hacker groups ($B+ in lost productivity)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task bounties: trustless milestone payments without manual arbitration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Education: study groups with stake-backed exam prep and project deadlines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work: sprint commitments with transparent proof-of-delivery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&amp; habit apps: crypto-native 'commitment contracts' on low-fee Stellar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◆  Protocol Fee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Small % on pool settlement volume (permissionless trigger)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◆  Premium AI Tiers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791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Advanced scoring rubrics, multi-asset pools, custom verifier keys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◆  Enterprise Pools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393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White-label accountability for accelerators, DAOs, and edu platforms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◆  Reputation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994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On-chain builder credibility scores for hiring &amp; grant programs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7315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PROOFORPAY WINS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73152" cy="59436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+ Peers Hybrid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Not just voting or just AI — dual-signal settlement reduces gaming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30552"/>
            <a:ext cx="73152" cy="59436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305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Fully On-Chain Stakes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Non-custodial Soroban contracts; settlement is permissionless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35224"/>
            <a:ext cx="73152" cy="59436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352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Stellar Speed &amp; 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278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Sub-second finality, pennies per tx — viable for small accountability pools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39896"/>
            <a:ext cx="73152" cy="59436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398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Reputation Compounds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0325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Every pool updates an on-chain ledger — portable builder credibility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44568"/>
            <a:ext cx="73152" cy="59436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4456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9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Production-Ready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83717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CI, monitoring, metrics dashboard, security checklist, testnet evidence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73152"/>
          </a:xfrm>
          <a:prstGeom prst="rect">
            <a:avLst/>
          </a:prstGeom>
          <a:solidFill>
            <a:srgbClr val="3B7EFF"/>
          </a:solidFill>
          <a:ln w="12700">
            <a:solidFill>
              <a:srgbClr val="3B7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B7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280160" cy="77724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37160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Testnet live · 32+ user tests · AI scoring · Reputation ledger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280160" cy="777240"/>
          </a:xfrm>
          <a:prstGeom prst="rect">
            <a:avLst/>
          </a:prstGeom>
          <a:solidFill>
            <a:srgbClr val="FFE5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233172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Mainnet deploy · Multi-currency pools · Mobile UX · Notifications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280160" cy="777240"/>
          </a:xfrm>
          <a:prstGeom prst="rect">
            <a:avLst/>
          </a:prstGeom>
          <a:solidFill>
            <a:srgbClr val="FF3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329184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Dark mode · Analytics export · Social sharing · Recurring pools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280160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976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425196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Cross-chain proofs · Enterprise API · Grant program integrations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097280" cy="73152"/>
          </a:xfrm>
          <a:prstGeom prst="rect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with Stellar ecosystem programs for mainnet launch &amp; audit grants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deployments with hackathon organizers, builder cohorts, and university CS clubs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&amp; community contributions — open-source, actively maintained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to scale AI infrastructure, security audits, and mobile experience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161616"/>
          </a:solidFill>
          <a:ln w="38100">
            <a:solidFill>
              <a:srgbClr val="FFE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the live dApp → pactprotocolstellar.vercel.app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3B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E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ProofOrPay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Stake your word. Ship or lose.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94"/>
                </a:solidFill>
              </a:rPr>
              <a:t>pactprotocolstellar.vercel.app  ·  GitHub: ProofOrPay  ·  Stellar Testnet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ProofOrPay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ProofOrPay — Pitch Deck</dc:title>
  <dc:subject>Stake your word. Ship or lose.</dc:subject>
  <dc:creator>ProofOrPay</dc:creator>
  <cp:lastModifiedBy>ProofOrPay</cp:lastModifiedBy>
  <cp:revision>1</cp:revision>
  <dcterms:created xsi:type="dcterms:W3CDTF">2026-06-30T15:36:03Z</dcterms:created>
  <dcterms:modified xsi:type="dcterms:W3CDTF">2026-06-30T15:36:03Z</dcterms:modified>
</cp:coreProperties>
</file>